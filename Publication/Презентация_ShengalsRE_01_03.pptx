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295317-3962-4E13-B113-74A54D17D1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58717B9-A405-4B5A-AB5A-0D7069D0A7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F8E360A-66D0-45D2-827C-3F48032E6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CD855-88B4-4EDF-A54E-3827172E9CDF}" type="datetimeFigureOut">
              <a:rPr lang="ru-RU" smtClean="0"/>
              <a:t>22.11.2025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346BA6C-6EBD-4CD8-AA35-9D1CED922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B395EB1-E486-44F8-928D-A153A7414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610D4-CBB3-4162-9BDE-2C53EF54EC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63561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FB498C-BC64-45C4-831F-0EC3013CD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130D21E-6E3E-4EAF-9961-0096B51A6B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11CEFA5-40AA-4B53-B4E6-C0FA015A4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CD855-88B4-4EDF-A54E-3827172E9CDF}" type="datetimeFigureOut">
              <a:rPr lang="ru-RU" smtClean="0"/>
              <a:t>22.11.2025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84262FF-58CB-49A8-826C-B5664FA34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56D17A9-58CB-4B59-89D4-696DE32C6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610D4-CBB3-4162-9BDE-2C53EF54EC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51207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40AAAB-BE95-4100-989B-41016E921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0E2CBCD-A1FA-4C66-A856-1FA4B75B98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19A9184-BDF0-431C-92D1-F7C168354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CD855-88B4-4EDF-A54E-3827172E9CDF}" type="datetimeFigureOut">
              <a:rPr lang="ru-RU" smtClean="0"/>
              <a:t>22.11.2025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502C811-8D3E-4B32-8CE3-9088689DC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EEBD915-5301-40BA-BE1D-391A9EA9A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610D4-CBB3-4162-9BDE-2C53EF54EC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9147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0B1740-4617-40E5-BC11-752A9F853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107960A-2FC9-4AAA-902D-6C238165C5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0A47C35-DC85-4D3C-AB88-A13BBA3D66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D4E6A0A-AE07-4369-A9B9-D0477E2E2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CD855-88B4-4EDF-A54E-3827172E9CDF}" type="datetimeFigureOut">
              <a:rPr lang="ru-RU" smtClean="0"/>
              <a:t>22.11.2025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81B434D-1E86-4FE3-B52D-A1BB21629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0205274-77C7-4917-97E4-3C6895807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610D4-CBB3-4162-9BDE-2C53EF54EC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75177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3F45D1-F60F-45CA-9D82-5739D65242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07B3B09-4606-47CA-A2B4-1FB2DB7CD5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07BED1A-CDCF-4034-A73F-031D74C38A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BC6FD97-06ED-4234-817B-1CE9F4B182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E33AD2E-5255-487E-8C83-8694A7DF0B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2B94DFC-3E25-40A1-94FB-41A992547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CD855-88B4-4EDF-A54E-3827172E9CDF}" type="datetimeFigureOut">
              <a:rPr lang="ru-RU" smtClean="0"/>
              <a:t>22.11.2025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73894D8E-EBA0-4BB5-95E4-D1D456392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A9127F3-0150-4EB5-A254-2FA5DBC49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610D4-CBB3-4162-9BDE-2C53EF54EC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80298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C5EEA6-13D7-4398-8AD3-43055A923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3163518-84E9-4374-9FB0-A1755D5DD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CD855-88B4-4EDF-A54E-3827172E9CDF}" type="datetimeFigureOut">
              <a:rPr lang="ru-RU" smtClean="0"/>
              <a:t>22.11.2025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A5E7DB8-53FB-42DF-AA8E-943E2B014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BE9D987-8ACB-4410-A0C8-E9563BD33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610D4-CBB3-4162-9BDE-2C53EF54EC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63744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29E47859-E2FD-4545-A18A-5685AA47F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CD855-88B4-4EDF-A54E-3827172E9CDF}" type="datetimeFigureOut">
              <a:rPr lang="ru-RU" smtClean="0"/>
              <a:t>22.11.2025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DEF4A81B-E5CD-4CDB-AA94-C56D2F1C9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E8BE757-3FE8-466D-8874-81DF370DE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610D4-CBB3-4162-9BDE-2C53EF54EC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18230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230206-22D9-4B07-929A-FB96AFA16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7D92C07-E9C5-4875-A8C3-C02B23A95B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BD43F71-F48E-4B2F-ACC1-2241295578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4D9ABB8-73CB-4779-9101-CEB4F5B99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CD855-88B4-4EDF-A54E-3827172E9CDF}" type="datetimeFigureOut">
              <a:rPr lang="ru-RU" smtClean="0"/>
              <a:t>22.11.2025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3823751-E66F-41F1-B223-6E2AF6140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A5D3671-06C3-4BC9-A1C0-B5270A87A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610D4-CBB3-4162-9BDE-2C53EF54EC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60401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9789F8-9135-481A-BE26-FDBA2572EF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F300495-C312-4BD0-8B54-5BE63EBFCE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DD9E98F-EC23-4840-BDAC-BC4DF01444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8B3B17C-6BAA-4335-B22A-3C5F14657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CD855-88B4-4EDF-A54E-3827172E9CDF}" type="datetimeFigureOut">
              <a:rPr lang="ru-RU" smtClean="0"/>
              <a:t>22.11.2025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ADE112A-6C14-4479-B11A-41F969F61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655AD16-89E2-4F98-96CD-6875ECCD3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610D4-CBB3-4162-9BDE-2C53EF54EC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79676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99D314-DE97-4995-8CB4-C632B386F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7802EA3-B72C-4424-97FF-AA07AF42B0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EBA31D0-57DB-472B-9C6A-B4AE7E231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CD855-88B4-4EDF-A54E-3827172E9CDF}" type="datetimeFigureOut">
              <a:rPr lang="ru-RU" smtClean="0"/>
              <a:t>22.11.2025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8AF028F-25FE-44E0-B4AA-B8DABB869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A7B248F-D63A-4F47-8D34-717BEEFF2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610D4-CBB3-4162-9BDE-2C53EF54EC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45695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C55CE405-28B4-473D-956A-B1007A56C0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3ACAE54-418C-4312-BB18-F51F24E009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0040C71-9E3B-463E-BEF7-01AB72328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CD855-88B4-4EDF-A54E-3827172E9CDF}" type="datetimeFigureOut">
              <a:rPr lang="ru-RU" smtClean="0"/>
              <a:t>22.11.2025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2DEF5E9-2E63-4598-9174-DCADE6164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A237E67-1538-4798-B667-87E0E1885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610D4-CBB3-4162-9BDE-2C53EF54EC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55034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CA9A11-BA8F-4119-8ED5-EF31141F1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A194C5B-5111-46AE-A49C-270A0F4A1C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A709C8D-66E1-48FF-8B83-7D49CF69A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FCD855-88B4-4EDF-A54E-3827172E9CDF}" type="datetimeFigureOut">
              <a:rPr lang="ru-RU" smtClean="0"/>
              <a:t>22.11.2025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C984BD5-7752-4A4C-B372-65687D89C9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D189976-6D2E-4BDD-A4F8-E5AEAF7EB4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9610D4-CBB3-4162-9BDE-2C53EF54EC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1300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6562ABE9-F50A-4544-9A5B-68D645E409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25624"/>
            <a:ext cx="9144000" cy="704619"/>
          </a:xfrm>
        </p:spPr>
        <p:txBody>
          <a:bodyPr>
            <a:normAutofit/>
          </a:bodyPr>
          <a:lstStyle/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Расчет стоимости площади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CCBFDA7F-A40D-45E5-B934-0B4E50EA342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088995" y="3542127"/>
            <a:ext cx="3724161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Простое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Android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-приложение на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Kotlin</a:t>
            </a:r>
            <a:endParaRPr kumimoji="0" lang="en-US" altLang="ru-RU" sz="1200" b="0" i="0" u="none" strike="noStrike" cap="none" normalizeH="0" baseline="0" dirty="0">
              <a:ln>
                <a:noFill/>
              </a:ln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Основная функция: расчет стоимости площади</a:t>
            </a:r>
            <a:endParaRPr kumimoji="0" lang="en-US" altLang="ru-RU" sz="1200" b="0" i="0" u="none" strike="noStrike" cap="none" normalizeH="0" baseline="0" dirty="0">
              <a:ln>
                <a:noFill/>
              </a:ln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Три основных экрана: авторизация, калькулятор и вывод</a:t>
            </a:r>
            <a:endParaRPr kumimoji="0" lang="en-US" altLang="ru-RU" sz="1200" b="0" i="0" u="none" strike="noStrike" cap="none" normalizeH="0" baseline="0" dirty="0">
              <a:ln>
                <a:noFill/>
              </a:ln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Целевая платформа: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Android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5.0+ </a:t>
            </a:r>
            <a:endParaRPr kumimoji="0" lang="en-US" altLang="ru-RU" sz="1200" b="0" i="0" u="none" strike="noStrike" cap="none" normalizeH="0" baseline="0" dirty="0">
              <a:ln>
                <a:noFill/>
              </a:ln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Язык разработки: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Kotlin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100%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811638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A1538EA5-64EA-4F8D-94B3-D49E59A74F87}"/>
              </a:ext>
            </a:extLst>
          </p:cNvPr>
          <p:cNvSpPr txBox="1"/>
          <p:nvPr/>
        </p:nvSpPr>
        <p:spPr>
          <a:xfrm>
            <a:off x="514905" y="603682"/>
            <a:ext cx="621437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РЕАЛИЗАЦИЯ ПРИЛОЖЕНИЯ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─────────────────────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АРХИТЕКТУРА: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Паттерн: MVC (Model-View-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Controller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3 основных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Activity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Flat_bank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activity_result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activity_rashet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Четкое разделение ответственности между компонентами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ТЕХНОЛОГИЧЕСКИЙ СТЕК: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Язык: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Kotlin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100%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Минимальная SDK: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Android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5.0)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Material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Design компоненты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LinearLayout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адаптивной верстки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3EE790-6E84-4F43-A97B-55403A818F6B}"/>
              </a:ext>
            </a:extLst>
          </p:cNvPr>
          <p:cNvSpPr txBox="1"/>
          <p:nvPr/>
        </p:nvSpPr>
        <p:spPr>
          <a:xfrm>
            <a:off x="6793636" y="208286"/>
            <a:ext cx="4883460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КОМПОНЕНТЫ ПРИЛОЖЕНИЯ:</a:t>
            </a:r>
          </a:p>
          <a:p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(XML):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├──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Flat_bank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.xml - экран авторизации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├──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activity_result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xml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результаты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├──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activity_rashet.xml –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калькулятор площади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├──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Material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Design компоненты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└── Почти адаптивная верстка</a:t>
            </a:r>
          </a:p>
          <a:p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CONTROLLER (KOTLIN):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├──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Flat_bank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kt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логика входа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├──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activity_rashet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kt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расчеты площади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├──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activity_result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kt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результаты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├── Обработка пользовательского ввода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└── Навигация между экранами</a:t>
            </a:r>
          </a:p>
          <a:p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(БИЗНЕС-ЛОГИКА):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├── Формула стоимости площадей по квартирам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├── Валидация входных данных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└── Расчет стоимости площади квартиры</a:t>
            </a:r>
          </a:p>
          <a:p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КЛЮЧЕВЫЕ ОСОБЕННОСТИ: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Простая навигация через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Intent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Валидация пользовательского ввода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Локализация на русском языке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Оптимизация под разные размеры экранов(не совсем)</a:t>
            </a:r>
          </a:p>
        </p:txBody>
      </p:sp>
    </p:spTree>
    <p:extLst>
      <p:ext uri="{BB962C8B-B14F-4D97-AF65-F5344CB8AC3E}">
        <p14:creationId xmlns:p14="http://schemas.microsoft.com/office/powerpoint/2010/main" val="25372343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868225D-9B34-4B82-BF91-CDAE662EB3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6335" y="1679525"/>
            <a:ext cx="2934109" cy="158137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983139E-E840-46E6-B20C-058EABFBAD48}"/>
              </a:ext>
            </a:extLst>
          </p:cNvPr>
          <p:cNvSpPr txBox="1"/>
          <p:nvPr/>
        </p:nvSpPr>
        <p:spPr>
          <a:xfrm>
            <a:off x="1760000" y="1115912"/>
            <a:ext cx="19686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Схема Классов</a:t>
            </a:r>
          </a:p>
        </p:txBody>
      </p:sp>
    </p:spTree>
    <p:extLst>
      <p:ext uri="{BB962C8B-B14F-4D97-AF65-F5344CB8AC3E}">
        <p14:creationId xmlns:p14="http://schemas.microsoft.com/office/powerpoint/2010/main" val="17000678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7ACDA7C-0DBD-4997-B3F9-B0E47CBF5A58}"/>
              </a:ext>
            </a:extLst>
          </p:cNvPr>
          <p:cNvSpPr txBox="1"/>
          <p:nvPr/>
        </p:nvSpPr>
        <p:spPr>
          <a:xfrm>
            <a:off x="801210" y="769683"/>
            <a:ext cx="23947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Производительность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2D8F036-DFBC-4048-930F-0E1BF47773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98923"/>
            <a:ext cx="12192000" cy="2260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768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28B50E4E-284B-41AC-8D26-972056842C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3969" y="614391"/>
            <a:ext cx="471527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6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АРХИТЕКТУРА ПРИЛОЖЕНИЯ</a:t>
            </a:r>
            <a:r>
              <a:rPr kumimoji="0" lang="ru-RU" altLang="ru-RU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EB41DD4-30F6-40B2-B4E6-B52CB26144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092" y="1574765"/>
            <a:ext cx="5387515" cy="43704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ПАТТЕРН: 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MVC (Model-View-Controller)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ru-RU" sz="1600" b="0" i="0" u="none" strike="noStrike" cap="none" normalizeH="0" baseline="0" dirty="0">
              <a:ln>
                <a:noFill/>
              </a:ln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(XML):</a:t>
            </a:r>
          </a:p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├──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Flat_bank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xml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экран авторизации</a:t>
            </a:r>
          </a:p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├──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activity_result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xml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результаты</a:t>
            </a:r>
          </a:p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├──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activity_rashet.xml –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калькулятор площади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├──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Material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Design компоненты</a:t>
            </a:r>
          </a:p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└── Почти адаптивная верстка</a:t>
            </a:r>
          </a:p>
          <a:p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CONTROLLER (KOTLIN):</a:t>
            </a:r>
          </a:p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├──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Flat_bank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kt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логика входа</a:t>
            </a:r>
          </a:p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├──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activity_rashet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kt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расчеты площади</a:t>
            </a:r>
          </a:p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├──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activity_result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kt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результаты</a:t>
            </a:r>
          </a:p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├── Обработка пользовательского ввода</a:t>
            </a:r>
          </a:p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└── Навигация между экранами</a:t>
            </a:r>
          </a:p>
          <a:p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(БИЗНЕС-ЛОГИКА):</a:t>
            </a:r>
          </a:p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├── Формула стоимости площадей по квартирам</a:t>
            </a:r>
          </a:p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├── Валидация входных данных</a:t>
            </a:r>
          </a:p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└── Расчет стоимости площади квартиры</a:t>
            </a:r>
          </a:p>
        </p:txBody>
      </p:sp>
    </p:spTree>
    <p:extLst>
      <p:ext uri="{BB962C8B-B14F-4D97-AF65-F5344CB8AC3E}">
        <p14:creationId xmlns:p14="http://schemas.microsoft.com/office/powerpoint/2010/main" val="30085897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C99DD70-03B8-45AE-A1D8-555F05418471}"/>
              </a:ext>
            </a:extLst>
          </p:cNvPr>
          <p:cNvSpPr txBox="1"/>
          <p:nvPr/>
        </p:nvSpPr>
        <p:spPr>
          <a:xfrm>
            <a:off x="250794" y="1018141"/>
            <a:ext cx="5430915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ИСПОЛЬЗУЕМЫЕ БИБЛИОТЕКИ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─────────────────────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ВКЛЮЧЕННЫЕ БИБЛИОТЕКИ:</a:t>
            </a:r>
          </a:p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androidx.appcompat:appcompat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совместимость</a:t>
            </a:r>
          </a:p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com.google.android.material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UI компоненты</a:t>
            </a:r>
          </a:p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androidx.core:core-ktx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Kotlin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расширения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build.gradle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зависимости: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implementation("com.google.android.gms:play-services-wearable:19.0.0")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implementation("androidx.appcompat:appcompat:1.7.1")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implementation("com.google.android.material:material:1.13.0")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implementation("androidx.constraintlayout:constraintlayout:2.2.1")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C7EC9F-4C69-46B8-B31E-2169AFDD7DB6}"/>
              </a:ext>
            </a:extLst>
          </p:cNvPr>
          <p:cNvSpPr txBox="1"/>
          <p:nvPr/>
        </p:nvSpPr>
        <p:spPr>
          <a:xfrm>
            <a:off x="5914747" y="1018141"/>
            <a:ext cx="609452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ПОЧЕМУ НЕ ИСПОЛЬЗОВАЛИСЬ СЛОЖНЫЕ БИБЛИОТЕКИ?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────────────────────────────────────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ROOM DATABASE - нет потребности в локальном хранилище</a:t>
            </a:r>
          </a:p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RETROFIT - отсутствуют сетевые запросы</a:t>
            </a:r>
          </a:p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DAGGER/HILT - приложение слишком простое для DI</a:t>
            </a:r>
          </a:p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COROUTINES/FLOW - вычисления легкие, не требуют асинхронности</a:t>
            </a:r>
          </a:p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FIREBASE - нет потребности в аналитике/удаленной конфигурации</a:t>
            </a:r>
          </a:p>
          <a:p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ОБОСНОВАНИЕ:</a:t>
            </a:r>
          </a:p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Минималистичный подход - только необходимые зависимости</a:t>
            </a:r>
          </a:p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уменьшения размера APK и упрощения поддержки.</a:t>
            </a:r>
          </a:p>
        </p:txBody>
      </p:sp>
    </p:spTree>
    <p:extLst>
      <p:ext uri="{BB962C8B-B14F-4D97-AF65-F5344CB8AC3E}">
        <p14:creationId xmlns:p14="http://schemas.microsoft.com/office/powerpoint/2010/main" val="167501680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487</Words>
  <Application>Microsoft Office PowerPoint</Application>
  <PresentationFormat>Широкоэкранный</PresentationFormat>
  <Paragraphs>90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Times New Roman</vt:lpstr>
      <vt:lpstr>Тема Office</vt:lpstr>
      <vt:lpstr>Проект: Расчет стоимости площади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Проект: Расчет стоимости площади</dc:title>
  <dc:creator>305-7</dc:creator>
  <cp:lastModifiedBy>305-7</cp:lastModifiedBy>
  <cp:revision>5</cp:revision>
  <dcterms:created xsi:type="dcterms:W3CDTF">2025-11-22T05:58:22Z</dcterms:created>
  <dcterms:modified xsi:type="dcterms:W3CDTF">2025-11-22T06:21:47Z</dcterms:modified>
</cp:coreProperties>
</file>